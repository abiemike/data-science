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Data Engineering &amp;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Seminar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Query Optimization techniques</a:t>
            </a:r>
          </a:p>
          <a:p>
            <a:r>
              <a:t>- Execution Plans analysis</a:t>
            </a:r>
          </a:p>
          <a:p>
            <a:r>
              <a:t>- Indexing strategies</a:t>
            </a:r>
          </a:p>
          <a:p>
            <a:r>
              <a:t>- Table partitioning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Pandas performance tuning</a:t>
            </a:r>
          </a:p>
          <a:p>
            <a:r>
              <a:t>- Vectorization vs loops</a:t>
            </a:r>
          </a:p>
          <a:p>
            <a:r>
              <a:t>- Dask for big data</a:t>
            </a:r>
          </a:p>
          <a:p>
            <a:r>
              <a:t>- Multiprocessing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Inference &amp; A/B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Hypothesis testing</a:t>
            </a:r>
          </a:p>
          <a:p>
            <a:r>
              <a:t>- Confidence intervals</a:t>
            </a:r>
          </a:p>
          <a:p>
            <a:r>
              <a:t>- p-values and significance</a:t>
            </a:r>
          </a:p>
          <a:p>
            <a:r>
              <a:t>- Experiment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preprocessing</a:t>
            </a:r>
          </a:p>
          <a:p>
            <a:r>
              <a:t>- Feature scaling &amp; encoding</a:t>
            </a:r>
          </a:p>
          <a:p>
            <a:r>
              <a:t>- Feature importance</a:t>
            </a:r>
          </a:p>
          <a:p>
            <a:r>
              <a:t>- Dimensionality reduction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Ensemble methods</a:t>
            </a:r>
          </a:p>
          <a:p>
            <a:r>
              <a:t>- Boosting algorithms (XGBoost, LightGBM)</a:t>
            </a:r>
          </a:p>
          <a:p>
            <a:r>
              <a:t>- Neural networks basics</a:t>
            </a:r>
          </a:p>
          <a:p>
            <a:r>
              <a:t>- Model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MLOps &amp; 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Model versioning (MLflow)</a:t>
            </a:r>
          </a:p>
          <a:p>
            <a:r>
              <a:t>- API deployment (FastAPI)</a:t>
            </a:r>
          </a:p>
          <a:p>
            <a:r>
              <a:t>- Containerization (Docker)</a:t>
            </a:r>
          </a:p>
          <a:p>
            <a:r>
              <a:t>- CI/CD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Pipelines &amp;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ETL vs ELT</a:t>
            </a:r>
          </a:p>
          <a:p>
            <a:r>
              <a:t>- Workflow orchestration (Airflow)</a:t>
            </a:r>
          </a:p>
          <a:p>
            <a:r>
              <a:t>- Data transformation (dbt)</a:t>
            </a:r>
          </a:p>
          <a:p>
            <a:r>
              <a:t>- Data quality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Interactive dashboards</a:t>
            </a:r>
          </a:p>
          <a:p>
            <a:r>
              <a:t>- D3.js basics</a:t>
            </a:r>
          </a:p>
          <a:p>
            <a:r>
              <a:t>- Plotly custom visualizations</a:t>
            </a:r>
          </a:p>
          <a:p>
            <a:r>
              <a:t>- Storytelling with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